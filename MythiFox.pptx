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6480"/>
    <a:srgbClr val="B997AA"/>
    <a:srgbClr val="2E1114"/>
    <a:srgbClr val="4A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4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2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4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DBB857-3242-6E55-C818-6CCEF62971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37" y="6412599"/>
            <a:ext cx="2759928" cy="214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6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8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0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783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9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12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18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81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9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61575"/>
            <a:ext cx="12437341" cy="1915412"/>
          </a:xfrm>
        </p:spPr>
        <p:txBody>
          <a:bodyPr>
            <a:normAutofit/>
          </a:bodyPr>
          <a:lstStyle/>
          <a:p>
            <a:pPr>
              <a:defRPr sz="4800" b="1">
                <a:solidFill>
                  <a:srgbClr val="4A1A1D"/>
                </a:solidFill>
              </a:defRPr>
            </a:pPr>
            <a:r>
              <a:rPr sz="3600" dirty="0">
                <a:latin typeface="Cavolini" panose="03000502040302020204" pitchFamily="66" charset="0"/>
                <a:cs typeface="Cavolini" panose="03000502040302020204" pitchFamily="66" charset="0"/>
              </a:rPr>
              <a:t>Welcome to </a:t>
            </a:r>
            <a:r>
              <a:rPr sz="3600" dirty="0" err="1">
                <a:latin typeface="Cavolini" panose="03000502040302020204" pitchFamily="66" charset="0"/>
                <a:cs typeface="Cavolini" panose="03000502040302020204" pitchFamily="66" charset="0"/>
              </a:rPr>
              <a:t>MythiFox</a:t>
            </a:r>
            <a:endParaRPr sz="360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343119"/>
            <a:ext cx="128016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 err="1">
                <a:latin typeface="Book Antiqua" panose="02040602050305030304" pitchFamily="18" charset="0"/>
              </a:rPr>
              <a:t>MythiFox</a:t>
            </a:r>
            <a:r>
              <a:rPr lang="fr-FR" dirty="0">
                <a:latin typeface="Book Antiqua" panose="02040602050305030304" pitchFamily="18" charset="0"/>
              </a:rPr>
              <a:t> est une plateforme de blog innovante conçue pour favoriser l'expression personnelle et la créativité. Les utilisateurs peuvent créer un compte, se connecter, et commencer à partager leurs pensées sous forme de textes ou d’images. Que vous soyez écrivain, photographe, ou simplement passionné par le partage d’idées, </a:t>
            </a:r>
            <a:r>
              <a:rPr lang="fr-FR" dirty="0" err="1">
                <a:latin typeface="Book Antiqua" panose="02040602050305030304" pitchFamily="18" charset="0"/>
              </a:rPr>
              <a:t>MythiFox</a:t>
            </a:r>
            <a:r>
              <a:rPr lang="fr-FR" dirty="0">
                <a:latin typeface="Book Antiqua" panose="02040602050305030304" pitchFamily="18" charset="0"/>
              </a:rPr>
              <a:t> offre un espace simple, élégant et intuitif pour publier et découvrir du contenu.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800" b="1">
                <a:solidFill>
                  <a:srgbClr val="4A1A1D"/>
                </a:solidFill>
              </a:defRPr>
            </a:pPr>
            <a:r>
              <a:rPr lang="fr-FR" sz="3600" dirty="0">
                <a:latin typeface="Cavolini" panose="03000502040302020204" pitchFamily="66" charset="0"/>
                <a:cs typeface="Cavolini" panose="03000502040302020204" pitchFamily="66" charset="0"/>
              </a:rPr>
              <a:t>Fonctionnalités Principales</a:t>
            </a:r>
            <a:endParaRPr sz="360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093" y="2426994"/>
            <a:ext cx="11664461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Book Antiqua" panose="02040602050305030304" pitchFamily="18" charset="0"/>
            </a:endParaRPr>
          </a:p>
          <a:p>
            <a:pPr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Création de compte utilisateur et connexion</a:t>
            </a:r>
          </a:p>
          <a:p>
            <a:pPr>
              <a:defRPr sz="3200">
                <a:solidFill>
                  <a:srgbClr val="8C6480"/>
                </a:solidFill>
              </a:defRPr>
            </a:pPr>
            <a:endParaRPr lang="fr-FR" dirty="0">
              <a:latin typeface="Book Antiqua" panose="02040602050305030304" pitchFamily="18" charset="0"/>
            </a:endParaRPr>
          </a:p>
          <a:p>
            <a:pPr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Créer et publier des articles avec du texte ou des images</a:t>
            </a:r>
          </a:p>
          <a:p>
            <a:pPr>
              <a:defRPr sz="3200">
                <a:solidFill>
                  <a:srgbClr val="8C6480"/>
                </a:solidFill>
              </a:defRPr>
            </a:pPr>
            <a:endParaRPr lang="fr-FR" dirty="0">
              <a:latin typeface="Book Antiqua" panose="02040602050305030304" pitchFamily="18" charset="0"/>
            </a:endParaRPr>
          </a:p>
          <a:p>
            <a:pPr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Modifier ou supprimer vos propres publications</a:t>
            </a:r>
            <a:endParaRPr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898" y="742221"/>
            <a:ext cx="12437341" cy="1915412"/>
          </a:xfrm>
        </p:spPr>
        <p:txBody>
          <a:bodyPr>
            <a:normAutofit/>
          </a:bodyPr>
          <a:lstStyle/>
          <a:p>
            <a:pPr>
              <a:defRPr sz="4800" b="1">
                <a:solidFill>
                  <a:srgbClr val="4A1A1D"/>
                </a:solidFill>
              </a:defRPr>
            </a:pPr>
            <a:r>
              <a:rPr lang="fr-FR" sz="3600" dirty="0">
                <a:latin typeface="Cavolini" panose="03000502040302020204" pitchFamily="66" charset="0"/>
                <a:cs typeface="Cavolini" panose="03000502040302020204" pitchFamily="66" charset="0"/>
              </a:rPr>
              <a:t>Communauté &amp; Interaction</a:t>
            </a:r>
            <a:endParaRPr sz="3600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701" y="2435214"/>
            <a:ext cx="128016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Book Antiqua" panose="02040602050305030304" pitchFamily="18" charset="0"/>
            </a:endParaRP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Voir les publications et profils des autres utilisateurs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endParaRPr lang="fr-FR" dirty="0">
              <a:latin typeface="Book Antiqua" panose="02040602050305030304" pitchFamily="18" charset="0"/>
            </a:endParaRP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Affichage de la date de publication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endParaRPr lang="fr-FR" dirty="0">
              <a:latin typeface="Book Antiqua" panose="02040602050305030304" pitchFamily="18" charset="0"/>
            </a:endParaRP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latin typeface="Book Antiqua" panose="02040602050305030304" pitchFamily="18" charset="0"/>
              </a:rPr>
              <a:t>• Explorer du contenu varié de la communauté</a:t>
            </a:r>
            <a:endParaRPr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800" b="1">
                <a:solidFill>
                  <a:srgbClr val="4A1A1D"/>
                </a:solidFill>
              </a:defRPr>
            </a:pPr>
            <a:r>
              <a:rPr lang="fr-FR" sz="3600" dirty="0">
                <a:latin typeface="Cavolini" panose="020B0502040204020203" pitchFamily="66" charset="0"/>
                <a:cs typeface="Cavolini" panose="020B0502040204020203" pitchFamily="66" charset="0"/>
              </a:rPr>
              <a:t>Gestion de Profil &amp; Technologies</a:t>
            </a:r>
            <a:endParaRPr sz="3600" dirty="0"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rgbClr val="8C6480"/>
              </a:solidFill>
              <a:latin typeface="Book Antiqua" panose="02040602050305030304" pitchFamily="18" charset="0"/>
            </a:endParaRP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• Modifier votre profil personnel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• Gérer facilement vos publications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• Interface élégante et intuitive avec des couleurs stylisées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endParaRPr lang="fr-FR" dirty="0">
              <a:solidFill>
                <a:srgbClr val="8C6480"/>
              </a:solidFill>
              <a:latin typeface="Book Antiqua" panose="02040602050305030304" pitchFamily="18" charset="0"/>
            </a:endParaRP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Technologies Utilisées :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• Frontend : HTML, CSS</a:t>
            </a:r>
          </a:p>
          <a:p>
            <a:pPr algn="l">
              <a:defRPr sz="3200">
                <a:solidFill>
                  <a:srgbClr val="8C6480"/>
                </a:solidFill>
              </a:defRPr>
            </a:pPr>
            <a:r>
              <a:rPr lang="fr-FR" dirty="0">
                <a:solidFill>
                  <a:srgbClr val="8C6480"/>
                </a:solidFill>
                <a:latin typeface="Book Antiqua" panose="02040602050305030304" pitchFamily="18" charset="0"/>
              </a:rPr>
              <a:t>• Backend : PHP, Java</a:t>
            </a:r>
            <a:endParaRPr dirty="0">
              <a:solidFill>
                <a:srgbClr val="8C648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23</TotalTime>
  <Words>167</Words>
  <Application>Microsoft Office PowerPoint</Application>
  <PresentationFormat>Personnalisé</PresentationFormat>
  <Paragraphs>26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Book Antiqua</vt:lpstr>
      <vt:lpstr>Cavolini</vt:lpstr>
      <vt:lpstr>Tw Cen MT</vt:lpstr>
      <vt:lpstr>Ronds dans l’eau</vt:lpstr>
      <vt:lpstr>Welcome to MythiFox</vt:lpstr>
      <vt:lpstr>Fonctionnalités Principales</vt:lpstr>
      <vt:lpstr>Communauté &amp; Interaction</vt:lpstr>
      <vt:lpstr>Gestion de Profil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Engie Ezzoug</cp:lastModifiedBy>
  <cp:revision>6</cp:revision>
  <dcterms:created xsi:type="dcterms:W3CDTF">2013-01-27T09:14:16Z</dcterms:created>
  <dcterms:modified xsi:type="dcterms:W3CDTF">2025-05-26T09:46:15Z</dcterms:modified>
  <cp:category/>
</cp:coreProperties>
</file>